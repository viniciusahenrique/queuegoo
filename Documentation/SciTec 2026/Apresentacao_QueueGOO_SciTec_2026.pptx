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551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itec_work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581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3852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5E20"/>
                </a:solidFill>
              </a:rPr>
              <a:t>DO REACT NATIVE AO FASTAPI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468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Construindo o MVP QueueGOO, um App de Geolocalização de Restaurantes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46120" y="3502152"/>
            <a:ext cx="5696712" cy="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417320" y="3913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2E7D32"/>
                </a:solidFill>
              </a:rPr>
              <a:t>Ministrantes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Leandro Zeni  •  Vinicius Andrade Henrique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0" y="3913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2E6E8E"/>
                </a:solidFill>
              </a:rPr>
              <a:t>Orientadores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635240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Lauriana Paludo  •  William Simão de Deus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17520" y="592531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</a:rPr>
              <a:t>IFPR — Campus Pinhais  |  VI SciTec 2026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68911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937823" y="6702552"/>
            <a:ext cx="478055" cy="155448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406734" y="6702552"/>
            <a:ext cx="478055" cy="15544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1875645" y="6702552"/>
            <a:ext cx="478055" cy="155448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2344557" y="6702552"/>
            <a:ext cx="478055" cy="155448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2813468" y="6702552"/>
            <a:ext cx="478055" cy="155448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3282379" y="6702552"/>
            <a:ext cx="478055" cy="155448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3751291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220202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4689114" y="6702552"/>
            <a:ext cx="478055" cy="155448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5158025" y="6702552"/>
            <a:ext cx="478055" cy="15544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5626936" y="6702552"/>
            <a:ext cx="478055" cy="155448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6095848" y="6702552"/>
            <a:ext cx="478055" cy="155448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6564759" y="6702552"/>
            <a:ext cx="478055" cy="155448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7033670" y="6702552"/>
            <a:ext cx="478055" cy="155448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7502582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7971493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8440404" y="6702552"/>
            <a:ext cx="478055" cy="155448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8909316" y="6702552"/>
            <a:ext cx="478055" cy="15544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9378227" y="6702552"/>
            <a:ext cx="478055" cy="155448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9847138" y="6702552"/>
            <a:ext cx="478055" cy="155448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10316050" y="6702552"/>
            <a:ext cx="478055" cy="155448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10784961" y="6702552"/>
            <a:ext cx="478055" cy="155448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11253872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11722784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OBJETIVO DO MINICURSO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você vai conseguir fazer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94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</a:rPr>
              <a:t>Ao final da oficina, você deverá conseguir: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368" y="1993392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58368" y="1993392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877824" y="2176272"/>
            <a:ext cx="3026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1. Entender a arquitetura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" y="2569464"/>
            <a:ext cx="302666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Reconhecer os papéis de cliente, servidor, rota REST, HTTP e JSON.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70832" y="1993392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370832" y="1993392"/>
            <a:ext cx="73152" cy="1234440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590288" y="2176272"/>
            <a:ext cx="3026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2. Construir uma rota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90288" y="2569464"/>
            <a:ext cx="302666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Modelar dados com Pydantic e expor GET /restaurants em FastAPI.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83296" y="1993392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0E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8083296" y="1993392"/>
            <a:ext cx="73152" cy="1234440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302752" y="2176272"/>
            <a:ext cx="3026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3. Integrar o frontend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02752" y="2569464"/>
            <a:ext cx="302666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Consumir a API pelo React Native/Expo e mostrar os dados na tela.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874520" y="3675888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7D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874520" y="3675888"/>
            <a:ext cx="73152" cy="1234440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2093976" y="3858768"/>
            <a:ext cx="3438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4. Interpretar estados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093976" y="4251960"/>
            <a:ext cx="343814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Distinguir carregamento, sucesso e erro em uma interface dependente de API.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73952" y="3675888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6473952" y="3675888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6693408" y="3858768"/>
            <a:ext cx="3438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5. Validar ponta a ponta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693408" y="4251960"/>
            <a:ext cx="343814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Testar cada camada isoladamente e depois comprovar o fluxo completo.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325880" y="5413248"/>
            <a:ext cx="9555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</a:rPr>
              <a:t>Você não precisa reconstruir o QueueGOO inteiro para aprender o padrão que sustenta a aplicação.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ESTUDO DE CASO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que originou o QueueGOO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1627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5E20"/>
                </a:solidFill>
              </a:rPr>
              <a:t>“Onde vamos comer agora?”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685800" y="2267712"/>
            <a:ext cx="51663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Uma decisão aparentemente simples combina localização, preferência, disponibilidade e incerteza sobre movimentação/lotação.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400800" y="1627632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2E7D32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400800" y="1627632"/>
            <a:ext cx="73152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620256" y="1810512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PROXIMIDADE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0256" y="2203704"/>
            <a:ext cx="4489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restaurantes próximos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2706624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2E6E8E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400800" y="2706624"/>
            <a:ext cx="73152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620256" y="2889504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CONTEXTO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0256" y="3282696"/>
            <a:ext cx="4489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categoria e detalhes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3785616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9A6B00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400800" y="3785616"/>
            <a:ext cx="73152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620256" y="3968496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MOVIMENTAÇÃO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20256" y="4361688"/>
            <a:ext cx="4489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vale a pena ir agora?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0" y="4864608"/>
            <a:ext cx="4892040" cy="841248"/>
          </a:xfrm>
          <a:prstGeom prst="roundRect">
            <a:avLst>
              <a:gd name="adj" fmla="val 8696"/>
            </a:avLst>
          </a:prstGeom>
          <a:solidFill>
            <a:srgbClr val="EF6A5B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400800" y="4864608"/>
            <a:ext cx="73152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620256" y="5047488"/>
            <a:ext cx="4489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DECISÃO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20256" y="5440680"/>
            <a:ext cx="4489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rota, favorito, reserva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5800" y="3794760"/>
            <a:ext cx="5166360" cy="1261872"/>
          </a:xfrm>
          <a:prstGeom prst="roundRect">
            <a:avLst>
              <a:gd name="adj" fmla="val 4348"/>
            </a:avLst>
          </a:prstGeom>
          <a:solidFill>
            <a:srgbClr val="F7F9F7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960120" y="40782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</a:rPr>
              <a:t>QueueGOO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2423160" y="4087368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geolocalização + dados operacionais + recursos de decisão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72668" y="5769863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No minicurso, esse produto real vira um laboratório para aprender integração de software.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ARQUITETURA DO QUEUEGOO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projeto real é maior que o exercício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47416" y="2221992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57144" y="23500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</a:rPr>
              <a:t>React Native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7144" y="2688336"/>
            <a:ext cx="170078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B5E20"/>
                </a:solidFill>
              </a:rPr>
              <a:t>Expo + TypeScript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124856" y="2221992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234584" y="235000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FastAPI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34584" y="2688336"/>
            <a:ext cx="160934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7324D"/>
                </a:solidFill>
              </a:rPr>
              <a:t>Uvicorn + Pydantic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593736" y="1673352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703464" y="180136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200"/>
                </a:solidFill>
              </a:rPr>
              <a:t>Firebase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703464" y="2139696"/>
            <a:ext cx="160934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7A5200"/>
                </a:solidFill>
              </a:rPr>
              <a:t>Auth + Firestore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5593736" y="3063240"/>
            <a:ext cx="1828800" cy="96012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5703464" y="31912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</a:rPr>
              <a:t>Supabase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703464" y="3529584"/>
            <a:ext cx="160934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B5E20"/>
                </a:solidFill>
              </a:rPr>
              <a:t>PostgreSQL + Storage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8336936" y="1399032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446664" y="15270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Google Maps / Places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446664" y="1865376"/>
            <a:ext cx="22494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7324D"/>
                </a:solidFill>
              </a:rPr>
              <a:t>geolocalização e catálogo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8336936" y="2496312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8446664" y="26243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D342B"/>
                </a:solidFill>
              </a:rPr>
              <a:t>Geoapify / TripAdvisor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446664" y="2962656"/>
            <a:ext cx="22494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8D342B"/>
                </a:solidFill>
              </a:rPr>
              <a:t>dados externos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8336936" y="3593592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8446664" y="37216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200"/>
                </a:solidFill>
              </a:rPr>
              <a:t>QMesa Public API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446664" y="4059936"/>
            <a:ext cx="2249424" cy="265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7A5200"/>
                </a:solidFill>
              </a:rPr>
              <a:t>fila / dados operacionais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2685944" y="2478024"/>
            <a:ext cx="384048" cy="45720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5008520" y="2478024"/>
            <a:ext cx="384048" cy="457200"/>
          </a:xfrm>
          <a:prstGeom prst="chevron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7468256" y="2651760"/>
            <a:ext cx="594360" cy="0"/>
          </a:xfrm>
          <a:prstGeom prst="line">
            <a:avLst/>
          </a:prstGeom>
          <a:noFill/>
          <a:ln w="38100">
            <a:solidFill>
              <a:srgbClr val="D8E0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7468256" y="3538728"/>
            <a:ext cx="594360" cy="0"/>
          </a:xfrm>
          <a:prstGeom prst="line">
            <a:avLst/>
          </a:prstGeom>
          <a:noFill/>
          <a:ln w="38100">
            <a:solidFill>
              <a:srgbClr val="D8E0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7468256" y="3538728"/>
            <a:ext cx="594360" cy="429768"/>
          </a:xfrm>
          <a:prstGeom prst="line">
            <a:avLst/>
          </a:prstGeom>
          <a:noFill/>
          <a:ln w="38100">
            <a:solidFill>
              <a:srgbClr val="D8E0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1113176" y="5093208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A arquitetura completa é apresentada para dar contexto. Ela não será toda instalada nem implementada durante a oficina.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3993536" y="5916168"/>
            <a:ext cx="4434840" cy="310896"/>
          </a:xfrm>
          <a:prstGeom prst="roundRect">
            <a:avLst>
              <a:gd name="adj" fmla="val 23529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4066688" y="5971032"/>
            <a:ext cx="4288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6A5B"/>
                </a:solidFill>
              </a:rPr>
              <a:t>CONTEXTO ≠ ESCOPO PRÁTICO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RECORTE DIDÁTICO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reduzir para aprender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157276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5E20"/>
                </a:solidFill>
              </a:rPr>
              <a:t>MVP não significa “produto malfeito”.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5800" y="2157984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</a:rPr>
              <a:t>Aqui, significa preservar o menor fluxo que ainda demonstra valor técnico e permite observar o sistema funcionando.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713232" y="376732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13232" y="3767328"/>
            <a:ext cx="73152" cy="129844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32688" y="3950208"/>
            <a:ext cx="4581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No QueueGOO real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2688" y="4343400"/>
            <a:ext cx="4581144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autenticação • banco de dados • geolocalização • avaliações • reservas • recursos sociais • APIs externas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1572768"/>
            <a:ext cx="4983480" cy="3493008"/>
          </a:xfrm>
          <a:prstGeom prst="roundRect">
            <a:avLst>
              <a:gd name="adj" fmla="val 2094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446520" y="1572768"/>
            <a:ext cx="73152" cy="3493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665976" y="1755648"/>
            <a:ext cx="4581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No MVP da oficina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65976" y="2148840"/>
            <a:ext cx="4581144" cy="2743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React Native / Expo Web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GET /restaurants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FastAPI + Pydantic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3 restaurantes simulados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loading • erro • sucesso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742432" y="2926080"/>
            <a:ext cx="502920" cy="658368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434840" y="541324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reduzir complexidade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sem perder o fluxo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ESCOPO DA OFICINA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sistema que vamos construir hoje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31520" y="2221992"/>
            <a:ext cx="2286000" cy="1207008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41248" y="235000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</a:rPr>
              <a:t>React Native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" y="2688336"/>
            <a:ext cx="206654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B5E20"/>
                </a:solidFill>
              </a:rPr>
              <a:t>Expo Web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218688" y="2587752"/>
            <a:ext cx="502920" cy="45720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3931920" y="2221992"/>
            <a:ext cx="2240280" cy="1207008"/>
          </a:xfrm>
          <a:prstGeom prst="roundRect">
            <a:avLst>
              <a:gd name="adj" fmla="val 4545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041648" y="2350008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5D00"/>
                </a:solidFill>
              </a:rPr>
              <a:t>HTTP / JSON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041648" y="2688336"/>
            <a:ext cx="202082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805D00"/>
                </a:solidFill>
              </a:rPr>
              <a:t>GET /restaurants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6400800" y="2587752"/>
            <a:ext cx="502920" cy="457200"/>
          </a:xfrm>
          <a:prstGeom prst="chevron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7114032" y="2221992"/>
            <a:ext cx="2240280" cy="1207008"/>
          </a:xfrm>
          <a:prstGeom prst="roundRect">
            <a:avLst>
              <a:gd name="adj" fmla="val 4545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223760" y="2350008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FastAPI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23760" y="2688336"/>
            <a:ext cx="202082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7324D"/>
                </a:solidFill>
              </a:rPr>
              <a:t>rota + Pydantic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9555480" y="2587752"/>
            <a:ext cx="502920" cy="457200"/>
          </a:xfrm>
          <a:prstGeom prst="chevron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10222992" y="2221992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10332720" y="2350008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D342B"/>
                </a:solidFill>
              </a:rPr>
              <a:t>Dados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332720" y="2688336"/>
            <a:ext cx="101498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8D342B"/>
                </a:solidFill>
              </a:rPr>
              <a:t>locais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2011680" y="4087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Uma única funcionalidade, completa de ponta a ponta.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2103120" y="507492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176272" y="5129784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E8E"/>
                </a:solidFill>
              </a:rPr>
              <a:t>SEM CREDENCIAIS EXTERNAS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00600" y="5074920"/>
            <a:ext cx="2286000" cy="310896"/>
          </a:xfrm>
          <a:prstGeom prst="roundRect">
            <a:avLst>
              <a:gd name="adj" fmla="val 2352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873752" y="512978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SEM BANCO REMOTO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223760" y="5074920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296912" y="5129784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6A5B"/>
                </a:solidFill>
              </a:rPr>
              <a:t>SEM DEPENDER DE WI-FI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971800" y="56967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Padrão recomendado: backend e frontend na mesma máquina.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HTTP + JSON + REST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cliente e servidor conversam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31520" y="1847088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41248" y="197510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</a:rPr>
              <a:t>CLIENTE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" y="2313432"/>
            <a:ext cx="1929384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B5E20"/>
                </a:solidFill>
              </a:rPr>
              <a:t>React Native / Expo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4992624" y="1847088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102352" y="197510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SERVIDOR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02352" y="2313432"/>
            <a:ext cx="1929384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17324D"/>
                </a:solidFill>
              </a:rPr>
              <a:t>FastAPI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281160" y="1847088"/>
            <a:ext cx="2148840" cy="1188720"/>
          </a:xfrm>
          <a:prstGeom prst="roundRect">
            <a:avLst>
              <a:gd name="adj" fmla="val 4615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9390888" y="197510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5D00"/>
                </a:solidFill>
              </a:rPr>
              <a:t>DADOS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90888" y="2313432"/>
            <a:ext cx="1929384" cy="6309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805D00"/>
                </a:solidFill>
              </a:rPr>
              <a:t>lista de restaurantes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2944368" y="2148840"/>
            <a:ext cx="192024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3063240" y="17739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GET /restaurants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2148840"/>
            <a:ext cx="1901952" cy="0"/>
          </a:xfrm>
          <a:prstGeom prst="line">
            <a:avLst/>
          </a:prstGeom>
          <a:noFill/>
          <a:ln w="38100">
            <a:solidFill>
              <a:srgbClr val="2E6E8E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571232" y="1773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8E"/>
                </a:solidFill>
              </a:rPr>
              <a:t>consulta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92040" y="2788920"/>
            <a:ext cx="0" cy="0"/>
          </a:xfrm>
          <a:prstGeom prst="line">
            <a:avLst/>
          </a:prstGeom>
          <a:noFill/>
          <a:ln w="38100">
            <a:solidFill>
              <a:srgbClr val="EF6A5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3081528" y="2907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6A5B"/>
                </a:solidFill>
              </a:rPr>
              <a:t>200 OK + JSON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71432" y="2788920"/>
            <a:ext cx="0" cy="0"/>
          </a:xfrm>
          <a:prstGeom prst="line">
            <a:avLst/>
          </a:prstGeom>
          <a:noFill/>
          <a:ln w="38100">
            <a:solidFill>
              <a:srgbClr val="E4BE62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7434072" y="2907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500"/>
                </a:solidFill>
              </a:rPr>
              <a:t>objetos validados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4400" y="4114800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914400" y="4114800"/>
            <a:ext cx="73152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133856" y="4297680"/>
            <a:ext cx="2752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Requisição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133856" y="4690872"/>
            <a:ext cx="27523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método + URL + cabeçalhos + corpo (quando houver)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26280" y="4114800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EAF3F8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4526280" y="4114800"/>
            <a:ext cx="73152" cy="1078992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4745736" y="4297680"/>
            <a:ext cx="2752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Resposta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745736" y="4690872"/>
            <a:ext cx="27523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status HTTP + cabeçalhos + conteúdo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138160" y="4114800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FFF0E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8138160" y="4114800"/>
            <a:ext cx="73152" cy="1078992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357616" y="4297680"/>
            <a:ext cx="2752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JSON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357616" y="4690872"/>
            <a:ext cx="27523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formato de dados legível pelo frontend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965960" y="5559552"/>
            <a:ext cx="8275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REST é o estilo de organização das rotas e recursos que usamos neste exercício.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BACKEND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+ Pydantic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58368" y="1572768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58368" y="1572768"/>
            <a:ext cx="73152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77824" y="1755648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FastAPI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" y="2148840"/>
            <a:ext cx="293522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Define a aplicação, cria rotas e gera documentação interativa.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34840" y="1572768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AF3F8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434840" y="1572768"/>
            <a:ext cx="73152" cy="1234440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654296" y="1755648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Pydantic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54296" y="2148840"/>
            <a:ext cx="293522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Define a estrutura esperada dos dados e valida campos/tipos.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11312" y="1572768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0E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8211312" y="1572768"/>
            <a:ext cx="73152" cy="1234440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8430768" y="1755648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Uvicorn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30768" y="2148840"/>
            <a:ext cx="2935224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Executa a aplicação ASGI e disponibiliza a API localmente.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1520" y="3273552"/>
            <a:ext cx="4937760" cy="2048256"/>
          </a:xfrm>
          <a:prstGeom prst="roundRect">
            <a:avLst>
              <a:gd name="adj" fmla="val 223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96112" y="3410712"/>
            <a:ext cx="4608576" cy="1792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Restaurante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categoria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distancia_km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float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movimentacao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99632" y="35661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20"/>
                </a:solidFill>
              </a:rPr>
              <a:t>Pydantic = contrato de dados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236208" y="4069080"/>
            <a:ext cx="44805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campos esperados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tipos dos valores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serialização para JSON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base para response_model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BACKEND EM EXECUÇÃO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Nossa rota: GET /restaurants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85800" y="1627632"/>
            <a:ext cx="5486400" cy="1417320"/>
          </a:xfrm>
          <a:prstGeom prst="roundRect">
            <a:avLst>
              <a:gd name="adj" fmla="val 322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50392" y="1764792"/>
            <a:ext cx="5157216" cy="1161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"/restaurants"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response_model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Restaurante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listar_restaurantes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RESTAURANTES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29400" y="1627632"/>
            <a:ext cx="4736592" cy="1417320"/>
          </a:xfrm>
          <a:prstGeom prst="roundRect">
            <a:avLst>
              <a:gd name="adj" fmla="val 5161"/>
            </a:avLst>
          </a:prstGeom>
          <a:solidFill>
            <a:srgbClr val="FFF0E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629400" y="1627632"/>
            <a:ext cx="73152" cy="1417320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848856" y="1810512"/>
            <a:ext cx="43342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Antes de conectar o app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48856" y="2203704"/>
            <a:ext cx="4334256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Teste a API sozinha. Se /restaurants não funciona no Swagger, o problema ainda não está no React Native.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14400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7D32"/>
                </a:solidFill>
              </a:rPr>
              <a:t>1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1417320" y="3739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Executar Uvicorn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51960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6E8E"/>
                </a:solidFill>
              </a:rPr>
              <a:t>2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4754880" y="3739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Abrir /docs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52360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F6A5B"/>
                </a:solidFill>
              </a:rPr>
              <a:t>3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7955280" y="3739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Try it out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058400" y="3675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8A6500"/>
                </a:solidFill>
              </a:rPr>
              <a:t>4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1051560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Ver JSON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07008" y="4416552"/>
            <a:ext cx="9875520" cy="0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2743200" y="4956048"/>
            <a:ext cx="6629400" cy="310896"/>
          </a:xfrm>
          <a:prstGeom prst="roundRect">
            <a:avLst>
              <a:gd name="adj" fmla="val 2352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2816352" y="5010912"/>
            <a:ext cx="6483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PRÁTICA 1 • completar o retorno da rota no starter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0" y="5577840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</a:rPr>
              <a:t>Objetivo: chegar a uma resposta JSON válida antes de avançar.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FRONTEND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Native + Expo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15727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Na aplicação real, a interface é mobile. Na oficina, o caminho padrão será Expo Web.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22960" y="2487168"/>
            <a:ext cx="3200400" cy="1353312"/>
          </a:xfrm>
          <a:prstGeom prst="roundRect">
            <a:avLst>
              <a:gd name="adj" fmla="val 5405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822960" y="2487168"/>
            <a:ext cx="73152" cy="13533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042416" y="2670048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React Native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2416" y="3063240"/>
            <a:ext cx="2798064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componentes, estado e interface reaproveitáveis em múltiplas plataformas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98848" y="2487168"/>
            <a:ext cx="3200400" cy="1353312"/>
          </a:xfrm>
          <a:prstGeom prst="roundRect">
            <a:avLst>
              <a:gd name="adj" fmla="val 5405"/>
            </a:avLst>
          </a:prstGeom>
          <a:solidFill>
            <a:srgbClr val="EAF3F8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498848" y="2487168"/>
            <a:ext cx="73152" cy="1353312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718304" y="2670048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Expo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18304" y="3063240"/>
            <a:ext cx="2798064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ferramentas para executar e desenvolver o projeto com menos configuração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74736" y="2487168"/>
            <a:ext cx="3200400" cy="1353312"/>
          </a:xfrm>
          <a:prstGeom prst="roundRect">
            <a:avLst>
              <a:gd name="adj" fmla="val 5405"/>
            </a:avLst>
          </a:prstGeom>
          <a:solidFill>
            <a:srgbClr val="FFF0E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8174736" y="2487168"/>
            <a:ext cx="73152" cy="1353312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394192" y="2670048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Expo Web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94192" y="3063240"/>
            <a:ext cx="2798064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frontend e backend na mesma máquina → menos problemas de rede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828800" y="4389120"/>
            <a:ext cx="8503920" cy="960120"/>
          </a:xfrm>
          <a:prstGeom prst="roundRect">
            <a:avLst>
              <a:gd name="adj" fmla="val 5714"/>
            </a:avLst>
          </a:prstGeom>
          <a:solidFill>
            <a:srgbClr val="F7F9F7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2057400" y="4617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</a:rPr>
              <a:t>Expo Go no celular = opção extra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166360" y="45811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No celular, “localhost” aponta para o próprio aparelho. Isso exige IP da máquina, mesma rede e firewall liberado.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2194560" y="571500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Para o minicurso: reduzir variáveis de ambiente é parte do projeto didático.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FRONTEND → BACKEND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Consumindo a API com fetch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58368" y="1517904"/>
            <a:ext cx="5760720" cy="3547872"/>
          </a:xfrm>
          <a:prstGeom prst="roundRect">
            <a:avLst>
              <a:gd name="adj" fmla="val 128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22960" y="1655064"/>
            <a:ext cx="5431536" cy="3291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`${API_URL}/restaurants`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`HTTP ${response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status}`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setRestaurantes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03720" y="1609344"/>
            <a:ext cx="4434840" cy="978408"/>
          </a:xfrm>
          <a:prstGeom prst="roundRect">
            <a:avLst>
              <a:gd name="adj" fmla="val 7477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903720" y="1609344"/>
            <a:ext cx="73152" cy="9784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123176" y="1792224"/>
            <a:ext cx="4032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1. fetch()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23176" y="2185416"/>
            <a:ext cx="403250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faz a requisição HTTP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03720" y="2761488"/>
            <a:ext cx="4434840" cy="978408"/>
          </a:xfrm>
          <a:prstGeom prst="roundRect">
            <a:avLst>
              <a:gd name="adj" fmla="val 7477"/>
            </a:avLst>
          </a:prstGeom>
          <a:solidFill>
            <a:srgbClr val="EAF3F8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903720" y="2761488"/>
            <a:ext cx="73152" cy="97840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123176" y="2944368"/>
            <a:ext cx="4032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2. response.ok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23176" y="3337560"/>
            <a:ext cx="403250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confere se a resposta foi bem-sucedida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03720" y="3913632"/>
            <a:ext cx="4434840" cy="978408"/>
          </a:xfrm>
          <a:prstGeom prst="roundRect">
            <a:avLst>
              <a:gd name="adj" fmla="val 7477"/>
            </a:avLst>
          </a:prstGeom>
          <a:solidFill>
            <a:srgbClr val="FFF0E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903720" y="3913632"/>
            <a:ext cx="73152" cy="978408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7123176" y="4096512"/>
            <a:ext cx="4032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3. response.json()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23176" y="4489704"/>
            <a:ext cx="403250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converte JSON em dados JavaScript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95160" y="5212080"/>
            <a:ext cx="4251960" cy="310896"/>
          </a:xfrm>
          <a:prstGeom prst="roundRect">
            <a:avLst>
              <a:gd name="adj" fmla="val 2352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068312" y="5266944"/>
            <a:ext cx="4105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4. setRestaurantes(data) → atualiza a tela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828800" y="57972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937"/>
                </a:solidFill>
              </a:rPr>
              <a:t>O dado percorre uma sequência observável — e cada etapa pode falhar.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LOADING • ERRO • SUCESSO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tela dependente de API tem estados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77240" y="187452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EAF3F8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777240" y="1874520"/>
            <a:ext cx="73152" cy="2057400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96696" y="2057400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LOADING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" y="2450592"/>
            <a:ext cx="2889504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 requisição começou e ainda não terminou.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→ ActivityIndicator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→ evita tela “congelada”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443984" y="187452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FFF0ED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443984" y="1874520"/>
            <a:ext cx="73152" cy="2057400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663440" y="2057400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ERRO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63440" y="2450592"/>
            <a:ext cx="2889504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A API parou, a rede falhou ou houve resposta inválida.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→ mensagem clara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→ “Tentar novamente”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10728" y="187452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E8F5E9"/>
          </a:solidFill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8110728" y="1874520"/>
            <a:ext cx="73152" cy="2057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8330184" y="2057400"/>
            <a:ext cx="2889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SUCESSO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30184" y="2450592"/>
            <a:ext cx="2889504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Os dados chegaram e podem ser renderizados.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→ FlatList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→ cards de restaurantes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325880" y="4645152"/>
            <a:ext cx="9555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Demonstração rápida: desligar o backend → observar erro → religar → tentar novamente.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108960" y="5605272"/>
            <a:ext cx="5989320" cy="310896"/>
          </a:xfrm>
          <a:prstGeom prst="roundRect">
            <a:avLst>
              <a:gd name="adj" fmla="val 23529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3182112" y="5660136"/>
            <a:ext cx="5843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6A5B"/>
                </a:solidFill>
              </a:rPr>
              <a:t>FUNCIONAR ≠ FUNCIONAR APENAS NO CENÁRIO FELIZ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ATIVIDADE PRÁTICA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Agora é com vocês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85800" y="1664208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E8F5E9"/>
          </a:solidFill>
          <a:ln w="1651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1965960" y="1938528"/>
            <a:ext cx="786384" cy="786384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965960" y="2084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05840" y="29535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BACKEND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97280" y="3474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Iniciar Uvicorn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Abrir /docs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Completar TODO 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1664208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EAF3F8"/>
          </a:solidFill>
          <a:ln w="1651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5760720" y="1938528"/>
            <a:ext cx="786384" cy="786384"/>
          </a:xfrm>
          <a:prstGeom prst="ellipse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760720" y="2084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800600" y="29535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FRONTEND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892040" y="3474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Iniciar Expo Web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Completar fetch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Renderizar a lista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75320" y="1664208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FFF0ED"/>
          </a:solidFill>
          <a:ln w="1651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9555480" y="1938528"/>
            <a:ext cx="786384" cy="786384"/>
          </a:xfrm>
          <a:prstGeom prst="ellipse">
            <a:avLst/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9555480" y="208483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595360" y="29535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TESTE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686800" y="3474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Desligar a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Observar erro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</a:rPr>
              <a:t>Religar e tentar de novo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417320" y="54406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Trabalhem em duplas. O starter já traz a maior parte da estrutura pronta.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68911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7823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06734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75645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344557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813468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82379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51291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20202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911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58025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626936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09584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564759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033670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50258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971493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440404" y="0"/>
            <a:ext cx="478055" cy="82296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09316" y="0"/>
            <a:ext cx="478055" cy="82296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78227" y="0"/>
            <a:ext cx="478055" cy="82296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847138" y="0"/>
            <a:ext cx="478055" cy="82296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0316050" y="0"/>
            <a:ext cx="478055" cy="82296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0784961" y="0"/>
            <a:ext cx="478055" cy="82296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253872" y="0"/>
            <a:ext cx="478055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722784" y="0"/>
            <a:ext cx="478055" cy="82296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" y="310896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80" dirty="0">
                <a:solidFill>
                  <a:srgbClr val="2E7D32"/>
                </a:solidFill>
              </a:rPr>
              <a:t>DEBUGGING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 ponta a ponta: onde está o problema?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932688" y="155448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32688" y="1664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64208" y="1581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Backend iniciou?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80760" y="16093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terminal sem erro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184148" y="2057400"/>
            <a:ext cx="0" cy="256032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932688" y="2313432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932688" y="24231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64208" y="2340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/health responde?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80760" y="23682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API acessível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184148" y="2816352"/>
            <a:ext cx="0" cy="256032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932688" y="3072384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932688" y="31821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664208" y="30998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/restaurants funciona no /docs?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80760" y="3127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rota + dados corretos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184148" y="3575304"/>
            <a:ext cx="0" cy="256032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932688" y="3831336"/>
            <a:ext cx="502920" cy="502920"/>
          </a:xfrm>
          <a:prstGeom prst="ellipse">
            <a:avLst/>
          </a:prstGeom>
          <a:solidFill>
            <a:srgbClr val="2E6E8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932688" y="39410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664208" y="38587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API_URL está correta?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80760" y="38862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frontend aponta para a API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184148" y="4334256"/>
            <a:ext cx="0" cy="256032"/>
          </a:xfrm>
          <a:prstGeom prst="line">
            <a:avLst/>
          </a:prstGeom>
          <a:noFill/>
          <a:ln w="2540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932688" y="4590288"/>
            <a:ext cx="502920" cy="502920"/>
          </a:xfrm>
          <a:prstGeom prst="ellipse">
            <a:avLst/>
          </a:prstGeom>
          <a:solidFill>
            <a:srgbClr val="EF6A5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932688" y="47000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664208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Console / Network mostram o quê?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080760" y="46451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</a:rPr>
              <a:t>erro localizado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914400" y="5504688"/>
            <a:ext cx="10058400" cy="576072"/>
          </a:xfrm>
          <a:prstGeom prst="roundRect">
            <a:avLst>
              <a:gd name="adj" fmla="val 7937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1143000" y="56418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20"/>
                </a:solidFill>
              </a:rPr>
              <a:t>Regra de ouro: teste cada camada isoladamente antes de culpar a próxima.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QUEUEGOO • VI SciTec 2026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itec_work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581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385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E20"/>
                </a:solidFill>
              </a:rPr>
              <a:t>O que levar daqui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MODELO → ROTA → JSON → FETCH → ESTADO → INTERFACE → TESTE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51560" y="353872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124712" y="359359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32"/>
                </a:solidFill>
              </a:rPr>
              <a:t>Arquitetura cliente-servidor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913632" y="353872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986784" y="359359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6E8E"/>
                </a:solidFill>
              </a:rPr>
              <a:t>API REST com FastAPI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10528" y="353872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0ED"/>
          </a:solidFill>
          <a:ln w="12700">
            <a:solidFill>
              <a:srgbClr val="FFF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0" y="359359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6A5B"/>
                </a:solidFill>
              </a:rPr>
              <a:t>Integração com React Native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144000" y="353872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7DD"/>
          </a:solidFill>
          <a:ln w="12700">
            <a:solidFill>
              <a:srgbClr val="FFF7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9217152" y="359359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6500"/>
                </a:solidFill>
              </a:rPr>
              <a:t>MVP e aprendizado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417320" y="4251960"/>
            <a:ext cx="9326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</a:rPr>
              <a:t>No QueueGOO real, o mesmo fluxo pode receber autenticação, banco, geolocalização, APIs externas e novas regras de negócio.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926080" y="5138928"/>
            <a:ext cx="6309360" cy="0"/>
          </a:xfrm>
          <a:prstGeom prst="line">
            <a:avLst/>
          </a:prstGeom>
          <a:noFill/>
          <a:ln w="15240">
            <a:solidFill>
              <a:srgbClr val="D8E0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840480" y="543153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</a:rPr>
              <a:t>Perguntas?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2011680" y="6053328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Ciência, Tecnologia e Gestão para os Objetivos de Desenvolvimento Sustentável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68911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37823" y="6702552"/>
            <a:ext cx="478055" cy="155448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1406734" y="6702552"/>
            <a:ext cx="478055" cy="15544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1875645" y="6702552"/>
            <a:ext cx="478055" cy="155448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2344557" y="6702552"/>
            <a:ext cx="478055" cy="155448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2813468" y="6702552"/>
            <a:ext cx="478055" cy="155448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3282379" y="6702552"/>
            <a:ext cx="478055" cy="155448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3751291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220202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689114" y="6702552"/>
            <a:ext cx="478055" cy="155448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5158025" y="6702552"/>
            <a:ext cx="478055" cy="15544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5626936" y="6702552"/>
            <a:ext cx="478055" cy="155448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6095848" y="6702552"/>
            <a:ext cx="478055" cy="155448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6564759" y="6702552"/>
            <a:ext cx="478055" cy="155448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7033670" y="6702552"/>
            <a:ext cx="478055" cy="155448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7502582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7971493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8440404" y="6702552"/>
            <a:ext cx="478055" cy="155448"/>
          </a:xfrm>
          <a:prstGeom prst="rect">
            <a:avLst/>
          </a:prstGeom>
          <a:solidFill>
            <a:srgbClr val="EF6A5B"/>
          </a:solidFill>
          <a:ln w="12700">
            <a:solidFill>
              <a:srgbClr val="EF6A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8909316" y="6702552"/>
            <a:ext cx="478055" cy="15544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9378227" y="6702552"/>
            <a:ext cx="478055" cy="155448"/>
          </a:xfrm>
          <a:prstGeom prst="rect">
            <a:avLst/>
          </a:prstGeom>
          <a:solidFill>
            <a:srgbClr val="76B7B2"/>
          </a:solidFill>
          <a:ln w="12700">
            <a:solidFill>
              <a:srgbClr val="76B7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9847138" y="6702552"/>
            <a:ext cx="478055" cy="155448"/>
          </a:xfrm>
          <a:prstGeom prst="rect">
            <a:avLst/>
          </a:prstGeom>
          <a:solidFill>
            <a:srgbClr val="C94B5B"/>
          </a:solidFill>
          <a:ln w="12700">
            <a:solidFill>
              <a:srgbClr val="C94B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6"/>
          <p:cNvSpPr/>
          <p:nvPr/>
        </p:nvSpPr>
        <p:spPr>
          <a:xfrm>
            <a:off x="10316050" y="6702552"/>
            <a:ext cx="478055" cy="155448"/>
          </a:xfrm>
          <a:prstGeom prst="rect">
            <a:avLst/>
          </a:prstGeom>
          <a:solidFill>
            <a:srgbClr val="7CB572"/>
          </a:solidFill>
          <a:ln w="12700">
            <a:solidFill>
              <a:srgbClr val="7CB5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10784961" y="6702552"/>
            <a:ext cx="478055" cy="155448"/>
          </a:xfrm>
          <a:prstGeom prst="rect">
            <a:avLst/>
          </a:prstGeom>
          <a:solidFill>
            <a:srgbClr val="4F7D95"/>
          </a:solidFill>
          <a:ln w="12700">
            <a:solidFill>
              <a:srgbClr val="4F7D9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8"/>
          <p:cNvSpPr/>
          <p:nvPr/>
        </p:nvSpPr>
        <p:spPr>
          <a:xfrm>
            <a:off x="11253872" y="6702552"/>
            <a:ext cx="478055" cy="1554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11722784" y="6702552"/>
            <a:ext cx="478055" cy="155448"/>
          </a:xfrm>
          <a:prstGeom prst="rect">
            <a:avLst/>
          </a:prstGeom>
          <a:solidFill>
            <a:srgbClr val="E4BE62"/>
          </a:solidFill>
          <a:ln w="12700">
            <a:solidFill>
              <a:srgbClr val="E4BE6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1319</Words>
  <Application>Microsoft Office PowerPoint</Application>
  <PresentationFormat>Widescreen</PresentationFormat>
  <Paragraphs>263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Instituto Federal do Paraná - Campus Pinhais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React Native ao FastAPI: Construindo o MVP QueueGOO</dc:title>
  <dc:subject>VI SciTec 2026 - Minicurso QueueGOO</dc:subject>
  <dc:creator>Leandro Zeni;Vinicius Andrade Henrique</dc:creator>
  <cp:lastModifiedBy>Leandro Zeni</cp:lastModifiedBy>
  <cp:revision>2</cp:revision>
  <dcterms:created xsi:type="dcterms:W3CDTF">2026-09-21T13:20:43Z</dcterms:created>
  <dcterms:modified xsi:type="dcterms:W3CDTF">2026-09-21T14:27:36Z</dcterms:modified>
</cp:coreProperties>
</file>